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3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21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394960"/>
            <a:ext cx="2011680" cy="201168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5" name="Image 0" descr="/home/claude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502920"/>
            <a:ext cx="137160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08483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AI-ML Virtual Internship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37947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• Image Classification • Product Image Search using TensorFlow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80160" y="4526280"/>
            <a:ext cx="963137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45920" y="47823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50383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Anviksha Singh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47823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50383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CS-2341031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5559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581558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5559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61608" y="581558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Foundation, in association with Google for Developers &amp; AICTE</a:t>
            </a:r>
            <a:endParaRPr lang="en-US" sz="1350" dirty="0"/>
          </a:p>
        </p:txBody>
      </p:sp>
      <p:pic>
        <p:nvPicPr>
          <p:cNvPr id="19" name="Picture 18" descr="aicte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6474255"/>
            <a:ext cx="310896" cy="310289"/>
          </a:xfrm>
          <a:prstGeom prst="rect">
            <a:avLst/>
          </a:prstGeom>
        </p:spPr>
      </p:pic>
      <p:pic>
        <p:nvPicPr>
          <p:cNvPr id="20" name="Picture 19" descr="eduskills_logo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918" y="6519672"/>
            <a:ext cx="760218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03520" y="6492240"/>
            <a:ext cx="137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A3CC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92240"/>
            <a:ext cx="2377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Google for Developers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37283"/>
            <a:ext cx="405994" cy="4059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EduSkills and Google for Developers are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9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" y="2933395"/>
            <a:ext cx="405994" cy="4059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internship, and what it aimed to teach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758184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3" name="Image 2" descr="/home/claude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3829507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and how the system works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654296"/>
            <a:ext cx="548640" cy="54864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7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4725619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626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4946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I followed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22960" y="5550408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21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5621731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55229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Certificate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691640" y="5843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and the result achieved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178040" y="182880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8732520" y="2423160"/>
            <a:ext cx="1097280" cy="109728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26" name="Image 5" descr="/home/claude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166" y="2565806"/>
            <a:ext cx="811987" cy="81198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523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Virtual Internship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45236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2026, conducted online under the National Internship Portal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726680" y="5029200"/>
            <a:ext cx="3108960" cy="0"/>
          </a:xfrm>
          <a:prstGeom prst="line">
            <a:avLst/>
          </a:prstGeom>
          <a:noFill/>
          <a:ln w="12700">
            <a:solidFill>
              <a:srgbClr val="D7DCE6"/>
            </a:solidFill>
            <a:prstDash val="solid"/>
          </a:ln>
        </p:spPr>
        <p:txBody>
          <a:bodyPr/>
          <a:p/>
        </p:txBody>
      </p:sp>
      <p:sp>
        <p:nvSpPr>
          <p:cNvPr id="30" name="Text 22"/>
          <p:cNvSpPr txBox="1"/>
          <p:nvPr/>
        </p:nvSpPr>
        <p:spPr>
          <a:xfrm>
            <a:off x="745236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Achieved: O (Outstanding)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00200" y="1280160"/>
            <a:ext cx="1188720" cy="118872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4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734" y="14346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 — “Nation Building Through Skills”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17720" y="86868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873752" y="1147572"/>
            <a:ext cx="676656" cy="676656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9" name="Image 1" descr="/home/claude/icons/gradu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717" y="1235537"/>
            <a:ext cx="500725" cy="5007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1033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Foundation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4173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industry-relevant training and virtual internship programs to students across India.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17720" y="2359152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873752" y="2638044"/>
            <a:ext cx="676656" cy="676656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4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717" y="2726009"/>
            <a:ext cx="500725" cy="5007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06440" y="25237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 Developers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5806440" y="29077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the program under its India Edu Program, providing structured AI/ML learning content.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17720" y="3849624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873752" y="4128516"/>
            <a:ext cx="676656" cy="676656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9" name="Image 3" descr="/home/claude/icons/certific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717" y="4216481"/>
            <a:ext cx="500725" cy="5007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06440" y="4014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439826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Council for Technical Education — coordinated the program through the National Internship Portal.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3" name="Picture 22" descr="eduskills_logo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1328793"/>
            <a:ext cx="960120" cy="323356"/>
          </a:xfrm>
          <a:prstGeom prst="rect">
            <a:avLst/>
          </a:prstGeom>
        </p:spPr>
      </p:pic>
      <p:pic>
        <p:nvPicPr>
          <p:cNvPr id="24" name="Picture 23" descr="aicte_logo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097002"/>
            <a:ext cx="502920" cy="5019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Internship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are among the fastest-growing areas of technology, used in everything from image recognition to recommendation systems. This internship gave me a structured, hands-on introduction to how these systems are actually built.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weeks, I worked through modules on building neural networks with TensorFlow, detecting objects in images, classifying images, and performing product image search — combining short lessons with practical exercises.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86600" y="1783080"/>
            <a:ext cx="4434840" cy="4343400"/>
          </a:xfrm>
          <a:prstGeom prst="roundRect">
            <a:avLst>
              <a:gd name="adj" fmla="val 2526"/>
            </a:avLst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4523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3108960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4523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(April – June 2026)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52360" y="4005072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45236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Online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52360" y="4901184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452360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654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52360" y="5797296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452360" y="5294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5550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-1188720" y="6035040"/>
            <a:ext cx="1828800" cy="182880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0" y="5806440"/>
            <a:ext cx="2743200" cy="274320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76272"/>
            <a:ext cx="914400" cy="91440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95144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1488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objects in an image, classifying images, or finding visually similar products was traditionally done manually or with rule-based code — slow, error-prone, and hard to scale.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gap by teaching how modern deep learning models can: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070049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0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90" y="426156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directly from data instead of fixed hand-written rules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07228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3" name="Image 2" descr="/home/claude/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69" y="426156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14418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and classify visual patterns automatically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344406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6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47" y="4261561"/>
            <a:ext cx="575158" cy="5751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51597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match images at scale, reliably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1947672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artificial neural networks are built using TensorFlow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80" y="2788920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60020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object detection identifies and locates items within an image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5880" y="3630168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600200" y="36301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image classification models are trained to sort images into categories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25880" y="4471416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600200" y="44714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product image search works using image similarity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25880" y="5312664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60020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real AI/ML tools through practical exercises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focused on building a strong foundation in AI/ML rather than a large-scale production system — giving practical grounding for more advanced computer vision projects in the future.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7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31464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in this Internship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3968496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207008" y="38313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neural networks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498848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207008" y="43616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basics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5029200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207008" y="4892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workflow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5559552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07008" y="5422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product image search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278892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583680" y="3063240"/>
            <a:ext cx="640080" cy="64008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9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0" y="3146450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6092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this Internship's Scope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583680" y="3968496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2" name="Text 18"/>
          <p:cNvSpPr txBox="1"/>
          <p:nvPr/>
        </p:nvSpPr>
        <p:spPr>
          <a:xfrm>
            <a:off x="6830568" y="38313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production deployment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83680" y="4498848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6830568" y="43616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datasets from scratch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83680" y="5029200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6830568" y="4892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optimisation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0" y="5559552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6830568" y="5422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edge deployment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7627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6" name="Image 0" descr="/home/claude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253539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used throughout the internship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63440" y="2176272"/>
            <a:ext cx="594360" cy="59436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1" name="Image 1" descr="/home/claude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707" y="2253539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&amp; Keras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used to build and train neural network models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412480" y="217627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6" name="Image 2" descr="/home/claude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747" y="2253539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deep learning concept behind detection &amp; classification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914400" y="4325112"/>
            <a:ext cx="594360" cy="59436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21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67" y="4402379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029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 / Jupyter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367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for writing and running code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663440" y="432511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26" name="Image 4" descr="/home/claude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707" y="4402379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5029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&amp; Matplotlib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367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libraries for data handling and visualisation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image moves through the system, from input to final result.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57300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  <p:txBody>
          <a:bodyPr/>
          <a:p/>
        </p:txBody>
      </p:sp>
      <p:pic>
        <p:nvPicPr>
          <p:cNvPr id="7" name="Image 0" descr="/home/claud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8264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provided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99334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16554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  <p:txBody>
          <a:bodyPr/>
          <a:p/>
        </p:txBody>
      </p:sp>
      <p:pic>
        <p:nvPicPr>
          <p:cNvPr id="13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64" y="282641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90774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90774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normalise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773854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58588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  <p:txBody>
          <a:bodyPr/>
          <a:p/>
        </p:txBody>
      </p:sp>
      <p:pic>
        <p:nvPicPr>
          <p:cNvPr id="19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282641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0028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250028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network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033108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417841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8035061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  <p:txBody>
          <a:bodyPr/>
          <a:p/>
        </p:txBody>
      </p:sp>
      <p:pic>
        <p:nvPicPr>
          <p:cNvPr id="25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272" y="2826410"/>
            <a:ext cx="473659" cy="47365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09281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509281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identified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292361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677095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10294315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1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526" y="2826410"/>
            <a:ext cx="473659" cy="47365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8535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768535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box, or match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— Simplified processing pipeline used across all three modules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556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basic theory of neural networks and how TensorFlow builds them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263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7556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building and training simple models on sample datasets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the object detection workflow — how models locate and label objects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5468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6364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the image classification workflow — pre-processing, training, evaluation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07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product image search using feature comparison between images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6364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407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trained models on sample images and reviewed the results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MODULES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Practised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5166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6" name="Image 0" descr="/home/claud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2462479"/>
            <a:ext cx="744322" cy="7443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locating objects within an image using a trained model.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0070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1" name="Image 1" descr="/home/claude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59" y="246247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Classification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images into the correct category based on learned visual features.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34974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6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499" y="2462479"/>
            <a:ext cx="744322" cy="7443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Image Search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visually similar images by comparing extracted image features.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10881360" y="5989320"/>
            <a:ext cx="2468880" cy="246888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5" name="Image 0" descr="/home/claude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85678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5564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how neural networks are built and trained using TensorFlow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8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2752893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517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grasp of how object detection and image classification models work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575304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1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649005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54787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the basic idea behind product image search using AI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471416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  <p:txBody>
          <a:bodyPr/>
          <a:p/>
        </p:txBody>
      </p:sp>
      <p:pic>
        <p:nvPicPr>
          <p:cNvPr id="14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545117"/>
            <a:ext cx="419527" cy="41952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44398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 and analytical skills through hands-on practice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367528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  <p:txBody>
          <a:bodyPr/>
          <a:p/>
        </p:txBody>
      </p:sp>
      <p:pic>
        <p:nvPicPr>
          <p:cNvPr id="17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5441229"/>
            <a:ext cx="419527" cy="41952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534009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internship with an 'O' (Outstanding) grade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3465576" cy="4807445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305C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5" name="Image 0" descr="/home/claude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246120" cy="45879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1828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Issued to Anviksha Singh, IILM University, Greater Noida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4414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Virtual Internship — 8 Weeks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785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758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Foundation, supported by Google for Developers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BY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4416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AICTE, Ministry of Education — National Internship Portal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5102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ACHIEVED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5074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(Outstanding)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600200"/>
            <a:ext cx="1188720" cy="118872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5" name="Image 0" descr="/home/claude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021" y="1754734"/>
            <a:ext cx="879653" cy="8796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49928" y="4709160"/>
            <a:ext cx="329184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Anviksha Singh   •   CS-2341031   •   B.Tech CSE, 7th Semester   •   IILM University, Greater Noida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8A98"/>
                </a:solidFill>
                <a:latin typeface="Calibri"/>
              </a:rPr>
              <a:t>BEYOND THE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Putting It Into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I extended the internship's computer-vision skills into an independent applied project — training a CNN and comparing explainability methods on a real-world image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4892040" cy="960120"/>
          </a:xfrm>
          <a:prstGeom prst="roundRect">
            <a:avLst>
              <a:gd name="adj" fmla="val 16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41448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08A98"/>
                </a:solidFill>
                <a:latin typeface="Cambria"/>
              </a:rPr>
              <a:t>96.93%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41448"/>
            <a:ext cx="2743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Classification accuracy achieved by the trained CNN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47287"/>
            <a:ext cx="4892040" cy="960120"/>
          </a:xfrm>
          <a:prstGeom prst="roundRect">
            <a:avLst>
              <a:gd name="adj" fmla="val 16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57015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08A98"/>
                </a:solidFill>
                <a:latin typeface="Cambria"/>
              </a:rPr>
              <a:t>20,600+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557015"/>
            <a:ext cx="2743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Labeled images used across 16 real-world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62855"/>
            <a:ext cx="4892040" cy="960120"/>
          </a:xfrm>
          <a:prstGeom prst="roundRect">
            <a:avLst>
              <a:gd name="adj" fmla="val 16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3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08A98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672583"/>
            <a:ext cx="2743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Explainability (XAI) methods benchmarked for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8FA3CC"/>
                </a:solidFill>
                <a:latin typeface="Calibri"/>
              </a:rPr>
              <a:t>Same foundation, applied further: CNNs, image classification, and model evaluation — the core skills from this internship.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194560"/>
            <a:ext cx="5760720" cy="42519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radcam_vs_lime_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14105"/>
            <a:ext cx="5303520" cy="28928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5989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FA3CC"/>
                </a:solidFill>
                <a:latin typeface="Calibri"/>
              </a:rPr>
              <a:t>Comparing where two explainability methods focus their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9AFB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2026-08-28T10:38:22Z</dcterms:created>
  <dcterms:modified xsi:type="dcterms:W3CDTF">2026-08-28T10:38:22Z</dcterms:modified>
</cp:coreProperties>
</file>